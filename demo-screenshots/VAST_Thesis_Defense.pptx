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Belief to Behavior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and Tracking Moral Alignment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Autonomous Agents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2004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Soraya Partow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Science in Computer Science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Advisor: Dr. Satyaki Nan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Southwestern State University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Alignment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reasoning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2801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reward models offer no transparent justification for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rules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4688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create brittleness in edge cases and novel situations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5760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drift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36576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value representations lack stability guarantees over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617720"/>
            <a:ext cx="7680960" cy="36576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VAST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Value-Aligned Structured Tracking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745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187452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(pi, kappa, J)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Tripartite representation separating credence, confidence, and justification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-&gt;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18745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37160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JWMC Revision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37744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Justification-weighted moral consistency operator preserving value stability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-&gt;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8745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371600"/>
            <a:ext cx="1874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EEU-CC Decision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Selection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7744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expected utility with cascading soft constraints for flexible reasoning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-&gt;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18745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371600"/>
            <a:ext cx="1874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Gauges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37744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calibration, normative alignment, coherence, and reasoning quality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Selection</a:t>
            </a:r>
            <a:endParaRPr lang="en-US" sz="2800" dirty="0"/>
          </a:p>
        </p:txBody>
      </p:sp>
      <p:pic>
        <p:nvPicPr>
          <p:cNvPr id="4" name="Image 0" descr="C:\Users\Soraya\Desktop\Files\Vast-framwork-app\demo-screenshots\02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Belief Structures (pi, kappa, J)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04_beli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05_beliefs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action's epistemic state: credence distribution, confidence level, and moral justification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EEU-CC Decision Making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07_decision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08_decision_utilit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Action: allocate_to_patient_b  |  Expected Utility: 0.755148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Four-Gauge Alignment Monitoring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09_gau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10_gauges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 |  Normative Alignment  |  Coherence  |  Reasoning Quality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Audit Trail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11_audit_t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731520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VAST-Blockchain Extension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Ledger Anchoring for Verifiable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Auditability of Aligned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Paper #2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Off-Chain / On-Chain Architecture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25_present_block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26_present_blockchain_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reasoning off-chain  |  Rules &amp; commitments on-chain  |  Audits via verifiable proofs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Integration Status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12_block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13_blockchain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 agent keys  |  SHA-256 Merkle trees  |  Signed Tree Heads (STHs)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Threat Model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27_present_integ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28_present_integrity_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tampering detection  |  O(log n) verification  |  Byzantine fault tolerant 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Rules &amp; Evidence Verification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14_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15_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rule registry with governance lifecycle  |  Independent evidence bundle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187452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Mean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09728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88920" y="1097280"/>
            <a:ext cx="1874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+29%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8892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RLHF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(0.58)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Const.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874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097280"/>
            <a:ext cx="1874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280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Value Learn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VAST-Blockchain Integrity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474720"/>
            <a:ext cx="1874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11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34747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88920" y="347472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3611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78892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474720"/>
            <a:ext cx="187452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611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2.3-2.95s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4632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Decision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47472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3474720"/>
            <a:ext cx="1874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6118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O(log n)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03720" y="4160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Comparison</a:t>
            </a:r>
            <a:endParaRPr lang="en-US" sz="2800" dirty="0"/>
          </a:p>
        </p:txBody>
      </p:sp>
      <p:pic>
        <p:nvPicPr>
          <p:cNvPr id="3" name="Image 0" descr="C:\Users\Soraya\Desktop\Files\Vast-framwork-app\demo-screenshots\16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4" name="Image 1" descr="C:\Users\Soraya\Desktop\Files\Vast-framwork-app\demo-screenshots\17_compare_cha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achieves consistently higher alignment than RLHF, Constitutional AI, and Value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0515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Tripartite Belief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credence, confidence, and justification for transparent reasoning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3172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JWMC Operator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Justification-weighted belief revision with proven value stability bounds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6616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661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EEU-CC Decision Making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cascading constraints balancing competing values without brittleness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97280"/>
            <a:ext cx="54864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0972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1097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Four-Gauge Monitoring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multidimensional alignment tracking with actionable signals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331720"/>
            <a:ext cx="54864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3317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Integrity Layer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anchoring with Merkle proofs, governed rules, and fraud detection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56616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5661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Implementation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React app with 5 scenarios, blockchain integration, and presentation mode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Soraya Partow  |  spartow@radar.gsw.edu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Satyaki Nan  |  Georgia Southwestern State University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accepted papers: VAST Framework &amp; VAST-Blockchain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Belief to Behavior: Modeling and Tracking Moral Alignment in Autonomous Agents</dc:title>
  <dc:subject>PptxGenJS Presentation</dc:subject>
  <dc:creator>Soraya Partow</dc:creator>
  <cp:lastModifiedBy>Soraya Partow</cp:lastModifiedBy>
  <cp:revision>1</cp:revision>
  <dcterms:created xsi:type="dcterms:W3CDTF">2026-04-01T05:38:25Z</dcterms:created>
  <dcterms:modified xsi:type="dcterms:W3CDTF">2026-04-01T05:38:25Z</dcterms:modified>
</cp:coreProperties>
</file>